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5" d="100"/>
          <a:sy n="75" d="100"/>
        </p:scale>
        <p:origin x="54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4C26314F-61FC-48BB-BABE-F22D26282CA3}" type="datetimeFigureOut">
              <a:rPr lang="en-US" smtClean="0"/>
              <a:t>3/31/2020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25A2E49B-0B7C-4C4C-86A3-91F0077E4FA0}" type="slidenum">
              <a:rPr lang="en-US" smtClean="0"/>
              <a:t>‹Nº›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95864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6314F-61FC-48BB-BABE-F22D26282CA3}" type="datetimeFigureOut">
              <a:rPr lang="en-US" smtClean="0"/>
              <a:t>3/31/2020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2E49B-0B7C-4C4C-86A3-91F0077E4FA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7725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6314F-61FC-48BB-BABE-F22D26282CA3}" type="datetimeFigureOut">
              <a:rPr lang="en-US" smtClean="0"/>
              <a:t>3/31/2020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2E49B-0B7C-4C4C-86A3-91F0077E4FA0}" type="slidenum">
              <a:rPr lang="en-US" smtClean="0"/>
              <a:t>‹Nº›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2789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6314F-61FC-48BB-BABE-F22D26282CA3}" type="datetimeFigureOut">
              <a:rPr lang="en-US" smtClean="0"/>
              <a:t>3/31/2020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2E49B-0B7C-4C4C-86A3-91F0077E4FA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2704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6314F-61FC-48BB-BABE-F22D26282CA3}" type="datetimeFigureOut">
              <a:rPr lang="en-US" smtClean="0"/>
              <a:t>3/31/2020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2E49B-0B7C-4C4C-86A3-91F0077E4FA0}" type="slidenum">
              <a:rPr lang="en-US" smtClean="0"/>
              <a:t>‹Nº›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6742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6314F-61FC-48BB-BABE-F22D26282CA3}" type="datetimeFigureOut">
              <a:rPr lang="en-US" smtClean="0"/>
              <a:t>3/31/2020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2E49B-0B7C-4C4C-86A3-91F0077E4FA0}" type="slidenum">
              <a:rPr lang="en-US" smtClean="0"/>
              <a:t>‹Nº›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38265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6314F-61FC-48BB-BABE-F22D26282CA3}" type="datetimeFigureOut">
              <a:rPr lang="en-US" smtClean="0"/>
              <a:t>3/31/2020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2E49B-0B7C-4C4C-86A3-91F0077E4FA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9956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6314F-61FC-48BB-BABE-F22D26282CA3}" type="datetimeFigureOut">
              <a:rPr lang="en-US" smtClean="0"/>
              <a:t>3/31/2020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2E49B-0B7C-4C4C-86A3-91F0077E4FA0}" type="slidenum">
              <a:rPr lang="en-US" smtClean="0"/>
              <a:t>‹Nº›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9662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6314F-61FC-48BB-BABE-F22D26282CA3}" type="datetimeFigureOut">
              <a:rPr lang="en-US" smtClean="0"/>
              <a:t>3/31/2020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2E49B-0B7C-4C4C-86A3-91F0077E4FA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282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6314F-61FC-48BB-BABE-F22D26282CA3}" type="datetimeFigureOut">
              <a:rPr lang="en-US" smtClean="0"/>
              <a:t>3/31/2020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2E49B-0B7C-4C4C-86A3-91F0077E4FA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4458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6314F-61FC-48BB-BABE-F22D26282CA3}" type="datetimeFigureOut">
              <a:rPr lang="en-US" smtClean="0"/>
              <a:t>3/31/2020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2E49B-0B7C-4C4C-86A3-91F0077E4FA0}" type="slidenum">
              <a:rPr lang="en-US" smtClean="0"/>
              <a:t>‹Nº›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82249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6314F-61FC-48BB-BABE-F22D26282CA3}" type="datetimeFigureOut">
              <a:rPr lang="en-US" smtClean="0"/>
              <a:t>3/31/2020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2E49B-0B7C-4C4C-86A3-91F0077E4FA0}" type="slidenum">
              <a:rPr lang="en-US" smtClean="0"/>
              <a:t>‹Nº›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18867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6314F-61FC-48BB-BABE-F22D26282CA3}" type="datetimeFigureOut">
              <a:rPr lang="en-US" smtClean="0"/>
              <a:t>3/31/2020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2E49B-0B7C-4C4C-86A3-91F0077E4FA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5018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6314F-61FC-48BB-BABE-F22D26282CA3}" type="datetimeFigureOut">
              <a:rPr lang="en-US" smtClean="0"/>
              <a:t>3/31/2020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2E49B-0B7C-4C4C-86A3-91F0077E4FA0}" type="slidenum">
              <a:rPr lang="en-US" smtClean="0"/>
              <a:t>‹Nº›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9919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6314F-61FC-48BB-BABE-F22D26282CA3}" type="datetimeFigureOut">
              <a:rPr lang="en-US" smtClean="0"/>
              <a:t>3/31/2020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2E49B-0B7C-4C4C-86A3-91F0077E4FA0}" type="slidenum">
              <a:rPr lang="en-US" smtClean="0"/>
              <a:t>‹Nº›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58805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6314F-61FC-48BB-BABE-F22D26282CA3}" type="datetimeFigureOut">
              <a:rPr lang="en-US" smtClean="0"/>
              <a:t>3/31/2020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2E49B-0B7C-4C4C-86A3-91F0077E4FA0}" type="slidenum">
              <a:rPr lang="en-US" smtClean="0"/>
              <a:t>‹Nº›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4431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6314F-61FC-48BB-BABE-F22D26282CA3}" type="datetimeFigureOut">
              <a:rPr lang="en-US" smtClean="0"/>
              <a:t>3/31/2020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2E49B-0B7C-4C4C-86A3-91F0077E4FA0}" type="slidenum">
              <a:rPr lang="en-US" smtClean="0"/>
              <a:t>‹Nº›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48630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C26314F-61FC-48BB-BABE-F22D26282CA3}" type="datetimeFigureOut">
              <a:rPr lang="en-US" smtClean="0"/>
              <a:t>3/31/2020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5A2E49B-0B7C-4C4C-86A3-91F0077E4FA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10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692398" y="1841501"/>
            <a:ext cx="6845302" cy="1545164"/>
          </a:xfrm>
        </p:spPr>
        <p:txBody>
          <a:bodyPr/>
          <a:lstStyle/>
          <a:p>
            <a:r>
              <a:rPr lang="es-MX" dirty="0" smtClean="0"/>
              <a:t>¿Que es </a:t>
            </a:r>
            <a:r>
              <a:rPr lang="es-MX" dirty="0" err="1" smtClean="0"/>
              <a:t>docker</a:t>
            </a:r>
            <a:r>
              <a:rPr lang="es-MX" dirty="0" smtClean="0"/>
              <a:t>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22794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Docker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es una herramienta open-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source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que nos permite realizar una ‘virtualización ligera’, con la que poder empaquetar entornos y aplicaciones que posteriormente podremos desplegar en cualquier sistema que disponga de esta tecnología.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3945" y="892853"/>
            <a:ext cx="3544107" cy="1664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076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¿</a:t>
            </a:r>
            <a:r>
              <a:rPr lang="es-MX" sz="5400" dirty="0" smtClean="0"/>
              <a:t>Qué es </a:t>
            </a:r>
            <a:r>
              <a:rPr lang="es-MX" sz="5400" dirty="0" err="1" smtClean="0"/>
              <a:t>serverless</a:t>
            </a:r>
            <a:r>
              <a:rPr lang="es-MX" dirty="0" smtClean="0"/>
              <a:t>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0063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Serverless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 es un tipo de arquitectura donde los servidores (físicos o en la nube) dejan de existir para el desarrollador y en cambio el código corre en “ambientes de ejecución” que administran proveedores como Amazon, Google, IBM, etc</a:t>
            </a:r>
            <a:r>
              <a:rPr lang="es-MX" b="1" dirty="0"/>
              <a:t>.</a:t>
            </a:r>
            <a:endParaRPr lang="en-U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0984" y="809629"/>
            <a:ext cx="2790030" cy="1396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86955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¿Que es </a:t>
            </a:r>
            <a:r>
              <a:rPr lang="es-MX" dirty="0" err="1" smtClean="0"/>
              <a:t>paaS</a:t>
            </a:r>
            <a:r>
              <a:rPr lang="es-MX" dirty="0"/>
              <a:t>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17092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MX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PaaS</a:t>
            </a:r>
            <a:r>
              <a:rPr lang="es-MX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abreviatura </a:t>
            </a:r>
            <a:r>
              <a:rPr lang="es-MX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 plataforma como servicio, es un término que hace referencia a un servicio en la nube a través del cual el proveedor proporciona al cliente un entorno de desarrollo, así como las herramientas necesarias para el desarrollo de nuevas aplicaciones. Por lo tanto, </a:t>
            </a:r>
            <a:r>
              <a:rPr lang="es-MX" sz="2000" dirty="0" err="1">
                <a:latin typeface="Arial" panose="020B0604020202020204" pitchFamily="34" charset="0"/>
                <a:cs typeface="Arial" panose="020B0604020202020204" pitchFamily="34" charset="0"/>
              </a:rPr>
              <a:t>PaaS</a:t>
            </a: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 como servicio es especialmente útil para desarrolladores y empresas de software que desean crear y publicar nuevos programas o aplicaciones sin tener que ocuparse personalmente de la infraestructura necesaria.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7112" y="760827"/>
            <a:ext cx="2517774" cy="1639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21391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5400" dirty="0" smtClean="0"/>
              <a:t>¿Que es </a:t>
            </a:r>
            <a:r>
              <a:rPr lang="es-MX" sz="5400" dirty="0" err="1" smtClean="0"/>
              <a:t>saas</a:t>
            </a:r>
            <a:r>
              <a:rPr lang="es-MX" sz="5400" dirty="0" smtClean="0"/>
              <a:t>?</a:t>
            </a:r>
            <a:endParaRPr lang="en-US" sz="5400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8033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Un sistema SaaS o Software as a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Service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, es un modelo de distribución de software en el que tanto el software como los datos manejados son centralizados y alojados en un único servidor externo a la </a:t>
            </a:r>
            <a:r>
              <a:rPr lang="es-MX" u="sng" dirty="0">
                <a:latin typeface="Arial" panose="020B0604020202020204" pitchFamily="34" charset="0"/>
                <a:cs typeface="Arial" panose="020B0604020202020204" pitchFamily="34" charset="0"/>
              </a:rPr>
              <a:t>empresa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0443" y="698500"/>
            <a:ext cx="2551111" cy="1608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85570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ánico">
  <a:themeElements>
    <a:clrScheme name="Orgánico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ánico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ánico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120</TotalTime>
  <Words>99</Words>
  <Application>Microsoft Office PowerPoint</Application>
  <PresentationFormat>Panorámica</PresentationFormat>
  <Paragraphs>8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1" baseType="lpstr">
      <vt:lpstr>Arial</vt:lpstr>
      <vt:lpstr>Garamond</vt:lpstr>
      <vt:lpstr>Orgánico</vt:lpstr>
      <vt:lpstr>¿Que es docker?</vt:lpstr>
      <vt:lpstr>Presentación de PowerPoint</vt:lpstr>
      <vt:lpstr>¿Qué es serverless?</vt:lpstr>
      <vt:lpstr>Presentación de PowerPoint</vt:lpstr>
      <vt:lpstr>¿Que es paaS?</vt:lpstr>
      <vt:lpstr>Presentación de PowerPoint</vt:lpstr>
      <vt:lpstr>¿Que es saas?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¿Que es docker?</dc:title>
  <dc:creator>Acer</dc:creator>
  <cp:lastModifiedBy>Acer</cp:lastModifiedBy>
  <cp:revision>7</cp:revision>
  <dcterms:created xsi:type="dcterms:W3CDTF">2020-03-31T03:55:46Z</dcterms:created>
  <dcterms:modified xsi:type="dcterms:W3CDTF">2020-03-31T20:15:17Z</dcterms:modified>
</cp:coreProperties>
</file>